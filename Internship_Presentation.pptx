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66" d="100"/>
          <a:sy n="66" d="100"/>
        </p:scale>
        <p:origin x="1068" y="42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479952" y="1417320"/>
            <a:ext cx="5201616" cy="1046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400" b="1" dirty="0">
                <a:solidFill>
                  <a:srgbClr val="14305F"/>
                </a:solidFill>
              </a:rPr>
              <a:t>INTERNSHIP PRESENTATION</a:t>
            </a:r>
          </a:p>
          <a:p>
            <a:pPr algn="ctr"/>
            <a:r>
              <a:rPr sz="2800" b="1" dirty="0">
                <a:solidFill>
                  <a:srgbClr val="265CB4"/>
                </a:solidFill>
              </a:rPr>
              <a:t>Full Stack Development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915776" y="3246120"/>
            <a:ext cx="4329968" cy="1477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dirty="0">
                <a:solidFill>
                  <a:srgbClr val="23283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 </a:t>
            </a:r>
            <a:endParaRPr lang="en-US" dirty="0">
              <a:solidFill>
                <a:srgbClr val="23283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dirty="0">
                <a:solidFill>
                  <a:srgbClr val="23283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Daksh Pratap Singh </a:t>
            </a:r>
            <a:endParaRPr lang="en-US" dirty="0">
              <a:solidFill>
                <a:srgbClr val="23283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dirty="0">
                <a:solidFill>
                  <a:srgbClr val="23283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(Roll No. 2410030168)</a:t>
            </a:r>
          </a:p>
          <a:p>
            <a:pPr algn="ctr"/>
            <a:r>
              <a:rPr dirty="0" err="1">
                <a:solidFill>
                  <a:srgbClr val="23283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B.Tech</a:t>
            </a:r>
            <a:r>
              <a:rPr dirty="0">
                <a:solidFill>
                  <a:srgbClr val="23283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(Computer Science and Engineering)</a:t>
            </a:r>
          </a:p>
          <a:p>
            <a:pPr algn="ctr"/>
            <a:r>
              <a:rPr dirty="0">
                <a:solidFill>
                  <a:srgbClr val="23283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IILM University, Greater Noida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30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6592824"/>
            <a:ext cx="10972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FFFFFF"/>
                </a:solidFill>
              </a:rPr>
              <a:t>IILM University | Thiranex Full Stack Development Internship                       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49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4305F"/>
                </a:solidFill>
                <a:latin typeface="Aptos Display"/>
              </a:rPr>
              <a:t>Internship Overview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383280" cy="1371600"/>
          </a:xfrm>
          <a:prstGeom prst="roundRect">
            <a:avLst/>
          </a:prstGeom>
          <a:solidFill>
            <a:srgbClr val="F5F8FC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64008" cy="1371600"/>
          </a:xfrm>
          <a:prstGeom prst="rect">
            <a:avLst/>
          </a:prstGeom>
          <a:solidFill>
            <a:srgbClr val="14A0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32688" y="1508760"/>
            <a:ext cx="301752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4305F"/>
                </a:solidFill>
              </a:rPr>
              <a:t>Organization</a:t>
            </a:r>
          </a:p>
          <a:p>
            <a:r>
              <a:rPr sz="1300">
                <a:solidFill>
                  <a:srgbClr val="232832"/>
                </a:solidFill>
              </a:rPr>
              <a:t>Thiranex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371600"/>
            <a:ext cx="3383280" cy="1371600"/>
          </a:xfrm>
          <a:prstGeom prst="roundRect">
            <a:avLst/>
          </a:prstGeom>
          <a:solidFill>
            <a:srgbClr val="F5F8FC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389120" y="1371600"/>
            <a:ext cx="64008" cy="1371600"/>
          </a:xfrm>
          <a:prstGeom prst="rect">
            <a:avLst/>
          </a:prstGeom>
          <a:solidFill>
            <a:srgbClr val="26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90288" y="1508760"/>
            <a:ext cx="301752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4305F"/>
                </a:solidFill>
              </a:rPr>
              <a:t>Role</a:t>
            </a:r>
          </a:p>
          <a:p>
            <a:r>
              <a:rPr sz="1300">
                <a:solidFill>
                  <a:srgbClr val="232832"/>
                </a:solidFill>
              </a:rPr>
              <a:t>Intern – Full Stack Development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371600"/>
            <a:ext cx="3383280" cy="1371600"/>
          </a:xfrm>
          <a:prstGeom prst="roundRect">
            <a:avLst/>
          </a:prstGeom>
          <a:solidFill>
            <a:srgbClr val="F5F8FC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046720" y="1371600"/>
            <a:ext cx="64008" cy="1371600"/>
          </a:xfrm>
          <a:prstGeom prst="rect">
            <a:avLst/>
          </a:prstGeom>
          <a:solidFill>
            <a:srgbClr val="14A0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47888" y="1508760"/>
            <a:ext cx="301752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4305F"/>
                </a:solidFill>
              </a:rPr>
              <a:t>Duration</a:t>
            </a:r>
          </a:p>
          <a:p>
            <a:r>
              <a:rPr sz="1300">
                <a:solidFill>
                  <a:srgbClr val="232832"/>
                </a:solidFill>
              </a:rPr>
              <a:t>20 Aug 2026 – 19 Sept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7306" y="3104388"/>
            <a:ext cx="1024128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1900">
                <a:solidFill>
                  <a:srgbClr val="232832"/>
                </a:solidFill>
                <a:latin typeface="Aptos"/>
              </a:defRPr>
            </a:pPr>
            <a:r>
              <a:rPr dirty="0"/>
              <a:t>Remote / project-based internship.</a:t>
            </a:r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1900">
                <a:solidFill>
                  <a:srgbClr val="232832"/>
                </a:solidFill>
                <a:latin typeface="Aptos"/>
              </a:defRPr>
            </a:pPr>
            <a:r>
              <a:rPr dirty="0"/>
              <a:t>Practical projects under industry mentorship.</a:t>
            </a:r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1900">
                <a:solidFill>
                  <a:srgbClr val="232832"/>
                </a:solidFill>
                <a:latin typeface="Aptos"/>
              </a:defRPr>
            </a:pPr>
            <a:r>
              <a:rPr dirty="0"/>
              <a:t>Focus on frontend, backend, databases and full-stack workflows.</a:t>
            </a:r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1900">
                <a:solidFill>
                  <a:srgbClr val="232832"/>
                </a:solidFill>
                <a:latin typeface="Aptos"/>
              </a:defRPr>
            </a:pPr>
            <a:r>
              <a:rPr dirty="0"/>
              <a:t>Four major development projects were completed and submitted on track.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30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7200" y="6592824"/>
            <a:ext cx="10972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FFFFFF"/>
                </a:solidFill>
              </a:rPr>
              <a:t>IILM University | Thiranex Full Stack Development Internship                       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4305F"/>
                </a:solidFill>
                <a:latin typeface="Aptos Display"/>
              </a:rPr>
              <a:t>Objectives of the Internship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280160"/>
            <a:ext cx="10332720" cy="275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1900">
                <a:solidFill>
                  <a:srgbClr val="232832"/>
                </a:solidFill>
                <a:latin typeface="Aptos"/>
              </a:defRPr>
            </a:pPr>
            <a:r>
              <a:rPr dirty="0"/>
              <a:t>Understand full-stack web application development.</a:t>
            </a:r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1900">
                <a:solidFill>
                  <a:srgbClr val="232832"/>
                </a:solidFill>
                <a:latin typeface="Aptos"/>
              </a:defRPr>
            </a:pPr>
            <a:r>
              <a:rPr dirty="0"/>
              <a:t>Strengthen frontend and responsive UI skills.</a:t>
            </a:r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1900">
                <a:solidFill>
                  <a:srgbClr val="232832"/>
                </a:solidFill>
                <a:latin typeface="Aptos"/>
              </a:defRPr>
            </a:pPr>
            <a:r>
              <a:rPr dirty="0"/>
              <a:t>Understand backend development and REST-style API integration.</a:t>
            </a:r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1900">
                <a:solidFill>
                  <a:srgbClr val="232832"/>
                </a:solidFill>
                <a:latin typeface="Aptos"/>
              </a:defRPr>
            </a:pPr>
            <a:r>
              <a:rPr dirty="0"/>
              <a:t>Learn database integration and persistent data management.</a:t>
            </a:r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1900">
                <a:solidFill>
                  <a:srgbClr val="232832"/>
                </a:solidFill>
                <a:latin typeface="Aptos"/>
              </a:defRPr>
            </a:pPr>
            <a:r>
              <a:rPr dirty="0"/>
              <a:t>Practice authentication, authorization and CRUD operations.</a:t>
            </a:r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1900">
                <a:solidFill>
                  <a:srgbClr val="232832"/>
                </a:solidFill>
                <a:latin typeface="Aptos"/>
              </a:defRPr>
            </a:pPr>
            <a:r>
              <a:rPr dirty="0"/>
              <a:t>Gain practical experience through project-based assignments.</a:t>
            </a:r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1900">
                <a:solidFill>
                  <a:srgbClr val="232832"/>
                </a:solidFill>
                <a:latin typeface="Aptos"/>
              </a:defRPr>
            </a:pPr>
            <a:r>
              <a:rPr dirty="0"/>
              <a:t>Understand the basic workflow of deploying web applications.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30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592824"/>
            <a:ext cx="10972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FFFFFF"/>
                </a:solidFill>
              </a:rPr>
              <a:t>IILM University | Thiranex Full Stack Development Internship                       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4305F"/>
                </a:solidFill>
                <a:latin typeface="Aptos Display"/>
              </a:rPr>
              <a:t>Technologies &amp; Concepts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25880"/>
            <a:ext cx="3383280" cy="1600200"/>
          </a:xfrm>
          <a:prstGeom prst="roundRect">
            <a:avLst/>
          </a:prstGeom>
          <a:solidFill>
            <a:srgbClr val="F5F8FC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40080" y="1325880"/>
            <a:ext cx="64008" cy="1600200"/>
          </a:xfrm>
          <a:prstGeom prst="rect">
            <a:avLst/>
          </a:prstGeom>
          <a:solidFill>
            <a:srgbClr val="26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41247" y="1463039"/>
            <a:ext cx="30175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4305F"/>
                </a:solidFill>
              </a:rPr>
              <a:t>Frontend</a:t>
            </a:r>
          </a:p>
          <a:p>
            <a:r>
              <a:rPr sz="1300">
                <a:solidFill>
                  <a:srgbClr val="232832"/>
                </a:solidFill>
              </a:rPr>
              <a:t>HTML, CSS, JavaScript</a:t>
            </a:r>
            <a:br/>
            <a:r>
              <a:t>React.js where applicable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1325880"/>
            <a:ext cx="3383280" cy="1600200"/>
          </a:xfrm>
          <a:prstGeom prst="roundRect">
            <a:avLst/>
          </a:prstGeom>
          <a:solidFill>
            <a:srgbClr val="F5F8FC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434840" y="1325880"/>
            <a:ext cx="64008" cy="1600200"/>
          </a:xfrm>
          <a:prstGeom prst="rect">
            <a:avLst/>
          </a:prstGeom>
          <a:solidFill>
            <a:srgbClr val="14A0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636008" y="1463039"/>
            <a:ext cx="30175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4305F"/>
                </a:solidFill>
              </a:rPr>
              <a:t>Backend</a:t>
            </a:r>
          </a:p>
          <a:p>
            <a:r>
              <a:rPr sz="1300">
                <a:solidFill>
                  <a:srgbClr val="232832"/>
                </a:solidFill>
              </a:rPr>
              <a:t>Node.js / Express.js</a:t>
            </a:r>
            <a:br/>
            <a:r>
              <a:t>Django / Flask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1325880"/>
            <a:ext cx="3383280" cy="1600200"/>
          </a:xfrm>
          <a:prstGeom prst="roundRect">
            <a:avLst/>
          </a:prstGeom>
          <a:solidFill>
            <a:srgbClr val="F5F8FC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229600" y="1325880"/>
            <a:ext cx="64008" cy="1600200"/>
          </a:xfrm>
          <a:prstGeom prst="rect">
            <a:avLst/>
          </a:prstGeom>
          <a:solidFill>
            <a:srgbClr val="26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430768" y="1463039"/>
            <a:ext cx="30175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4305F"/>
                </a:solidFill>
              </a:rPr>
              <a:t>Database</a:t>
            </a:r>
          </a:p>
          <a:p>
            <a:r>
              <a:rPr sz="1300">
                <a:solidFill>
                  <a:srgbClr val="232832"/>
                </a:solidFill>
              </a:rPr>
              <a:t>MySQL</a:t>
            </a:r>
            <a:br/>
            <a:r>
              <a:t>PostgreSQL / MongoDB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383280"/>
            <a:ext cx="3383280" cy="1600200"/>
          </a:xfrm>
          <a:prstGeom prst="roundRect">
            <a:avLst/>
          </a:prstGeom>
          <a:solidFill>
            <a:srgbClr val="F5F8FC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40080" y="3383280"/>
            <a:ext cx="64008" cy="1600200"/>
          </a:xfrm>
          <a:prstGeom prst="rect">
            <a:avLst/>
          </a:prstGeom>
          <a:solidFill>
            <a:srgbClr val="14A0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41247" y="3520440"/>
            <a:ext cx="30175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4305F"/>
                </a:solidFill>
              </a:rPr>
              <a:t>APIs</a:t>
            </a:r>
          </a:p>
          <a:p>
            <a:r>
              <a:rPr sz="1300">
                <a:solidFill>
                  <a:srgbClr val="232832"/>
                </a:solidFill>
              </a:rPr>
              <a:t>RESTful APIs</a:t>
            </a:r>
            <a:br/>
            <a:r>
              <a:t>Backend integration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34840" y="3383280"/>
            <a:ext cx="3383280" cy="1600200"/>
          </a:xfrm>
          <a:prstGeom prst="roundRect">
            <a:avLst/>
          </a:prstGeom>
          <a:solidFill>
            <a:srgbClr val="F5F8FC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434840" y="3383280"/>
            <a:ext cx="64008" cy="1600200"/>
          </a:xfrm>
          <a:prstGeom prst="rect">
            <a:avLst/>
          </a:prstGeom>
          <a:solidFill>
            <a:srgbClr val="26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636008" y="3520440"/>
            <a:ext cx="30175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4305F"/>
                </a:solidFill>
              </a:rPr>
              <a:t>Security</a:t>
            </a:r>
          </a:p>
          <a:p>
            <a:r>
              <a:rPr sz="1300">
                <a:solidFill>
                  <a:srgbClr val="232832"/>
                </a:solidFill>
              </a:rPr>
              <a:t>Authentication</a:t>
            </a:r>
            <a:br/>
            <a:r>
              <a:t>Authorization / role-based access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0" y="3383280"/>
            <a:ext cx="3383280" cy="1600200"/>
          </a:xfrm>
          <a:prstGeom prst="roundRect">
            <a:avLst/>
          </a:prstGeom>
          <a:solidFill>
            <a:srgbClr val="F5F8FC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229600" y="3383280"/>
            <a:ext cx="64008" cy="1600200"/>
          </a:xfrm>
          <a:prstGeom prst="rect">
            <a:avLst/>
          </a:prstGeom>
          <a:solidFill>
            <a:srgbClr val="14A0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430768" y="3520440"/>
            <a:ext cx="30175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4305F"/>
                </a:solidFill>
              </a:rPr>
              <a:t>Other</a:t>
            </a:r>
          </a:p>
          <a:p>
            <a:r>
              <a:rPr sz="1300">
                <a:solidFill>
                  <a:srgbClr val="232832"/>
                </a:solidFill>
              </a:rPr>
              <a:t>Responsive design</a:t>
            </a:r>
            <a:br/>
            <a:r>
              <a:t>Deployment &amp; debugging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30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7200" y="6592824"/>
            <a:ext cx="10972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FFFFFF"/>
                </a:solidFill>
              </a:rPr>
              <a:t>IILM University | Thiranex Full Stack Development Internship                       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4305F"/>
                </a:solidFill>
                <a:latin typeface="Aptos Display"/>
              </a:rPr>
              <a:t>Completed Internship Projects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25880"/>
            <a:ext cx="5166360" cy="1691640"/>
          </a:xfrm>
          <a:prstGeom prst="roundRect">
            <a:avLst/>
          </a:prstGeom>
          <a:solidFill>
            <a:srgbClr val="F5F8FC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64008" cy="1691640"/>
          </a:xfrm>
          <a:prstGeom prst="rect">
            <a:avLst/>
          </a:prstGeom>
          <a:solidFill>
            <a:srgbClr val="26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32688" y="1463039"/>
            <a:ext cx="480060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4305F"/>
                </a:solidFill>
              </a:rPr>
              <a:t>1. Personal Portfolio Website</a:t>
            </a:r>
          </a:p>
          <a:p>
            <a:r>
              <a:rPr sz="1300">
                <a:solidFill>
                  <a:srgbClr val="232832"/>
                </a:solidFill>
              </a:rPr>
              <a:t>Full-stack portfolio to showcase projects and skills.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55080" y="1325880"/>
            <a:ext cx="5166360" cy="1691640"/>
          </a:xfrm>
          <a:prstGeom prst="roundRect">
            <a:avLst/>
          </a:prstGeom>
          <a:solidFill>
            <a:srgbClr val="F5F8FC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355080" y="1325880"/>
            <a:ext cx="64008" cy="1691640"/>
          </a:xfrm>
          <a:prstGeom prst="rect">
            <a:avLst/>
          </a:prstGeom>
          <a:solidFill>
            <a:srgbClr val="14A0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56248" y="1463039"/>
            <a:ext cx="480060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4305F"/>
                </a:solidFill>
              </a:rPr>
              <a:t>2. Task Management Application</a:t>
            </a:r>
          </a:p>
          <a:p>
            <a:r>
              <a:rPr sz="1300">
                <a:solidFill>
                  <a:srgbClr val="232832"/>
                </a:solidFill>
              </a:rPr>
              <a:t>Create, update and track tasks with authentication and CRUD.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474720"/>
            <a:ext cx="5166360" cy="1691640"/>
          </a:xfrm>
          <a:prstGeom prst="roundRect">
            <a:avLst/>
          </a:prstGeom>
          <a:solidFill>
            <a:srgbClr val="F5F8FC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31520" y="3474720"/>
            <a:ext cx="64008" cy="1691640"/>
          </a:xfrm>
          <a:prstGeom prst="rect">
            <a:avLst/>
          </a:prstGeom>
          <a:solidFill>
            <a:srgbClr val="26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32688" y="3611879"/>
            <a:ext cx="480060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4305F"/>
                </a:solidFill>
              </a:rPr>
              <a:t>3. E-Commerce Web Application</a:t>
            </a:r>
          </a:p>
          <a:p>
            <a:r>
              <a:rPr sz="1300">
                <a:solidFill>
                  <a:srgbClr val="232832"/>
                </a:solidFill>
              </a:rPr>
              <a:t>Product catalogue, cart, checkout and order management.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80" y="3474720"/>
            <a:ext cx="5166360" cy="1691640"/>
          </a:xfrm>
          <a:prstGeom prst="roundRect">
            <a:avLst/>
          </a:prstGeom>
          <a:solidFill>
            <a:srgbClr val="F5F8FC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355080" y="3474720"/>
            <a:ext cx="64008" cy="1691640"/>
          </a:xfrm>
          <a:prstGeom prst="rect">
            <a:avLst/>
          </a:prstGeom>
          <a:solidFill>
            <a:srgbClr val="14A0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56248" y="3611879"/>
            <a:ext cx="480060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4305F"/>
                </a:solidFill>
              </a:rPr>
              <a:t>4. Blog Platform with Comments</a:t>
            </a:r>
          </a:p>
          <a:p>
            <a:r>
              <a:rPr sz="1300">
                <a:solidFill>
                  <a:srgbClr val="232832"/>
                </a:solidFill>
              </a:rPr>
              <a:t>User accounts, post management, comments and REST APIs.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30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7200" y="6592824"/>
            <a:ext cx="10972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FFFFFF"/>
                </a:solidFill>
              </a:rPr>
              <a:t>IILM University | Thiranex Full Stack Development Internship                       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4305F"/>
                </a:solidFill>
                <a:latin typeface="Aptos Display"/>
              </a:rPr>
              <a:t>Completed Work – Project Dashboard</a:t>
            </a:r>
          </a:p>
        </p:txBody>
      </p:sp>
      <p:pic>
        <p:nvPicPr>
          <p:cNvPr id="4" name="Picture 3" descr="02acb19a-c84e-46e7-b0f7-14dc95b3404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143000"/>
            <a:ext cx="6400800" cy="4570063"/>
          </a:xfrm>
          <a:prstGeom prst="rect">
            <a:avLst/>
          </a:prstGeom>
        </p:spPr>
      </p:pic>
      <p:pic>
        <p:nvPicPr>
          <p:cNvPr id="5" name="Picture 4" descr="4c47a53a-c6e4-4553-bcbd-a27f9fd6bdb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0" y="1142999"/>
            <a:ext cx="2063093" cy="4570063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30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6592824"/>
            <a:ext cx="10972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FFFFFF"/>
                </a:solidFill>
              </a:rPr>
              <a:t>IILM University | Thiranex Full Stack Development Internship                       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4305F"/>
                </a:solidFill>
                <a:latin typeface="Aptos Display"/>
              </a:rPr>
              <a:t>Project Features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234440"/>
            <a:ext cx="5394960" cy="1417320"/>
          </a:xfrm>
          <a:prstGeom prst="roundRect">
            <a:avLst/>
          </a:prstGeom>
          <a:solidFill>
            <a:srgbClr val="F5F8FC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40080" y="1234440"/>
            <a:ext cx="64008" cy="1417320"/>
          </a:xfrm>
          <a:prstGeom prst="rect">
            <a:avLst/>
          </a:prstGeom>
          <a:solidFill>
            <a:srgbClr val="26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41247" y="1371600"/>
            <a:ext cx="50292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4305F"/>
                </a:solidFill>
              </a:rPr>
              <a:t>Personal Portfolio Website</a:t>
            </a:r>
          </a:p>
          <a:p>
            <a:r>
              <a:rPr sz="1300">
                <a:solidFill>
                  <a:srgbClr val="232832"/>
                </a:solidFill>
              </a:rPr>
              <a:t>Frontend + backend + database integration and deployment workflow.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234440"/>
            <a:ext cx="5394960" cy="1417320"/>
          </a:xfrm>
          <a:prstGeom prst="roundRect">
            <a:avLst/>
          </a:prstGeom>
          <a:solidFill>
            <a:srgbClr val="F5F8FC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172200" y="1234440"/>
            <a:ext cx="64008" cy="1417320"/>
          </a:xfrm>
          <a:prstGeom prst="rect">
            <a:avLst/>
          </a:prstGeom>
          <a:solidFill>
            <a:srgbClr val="14A0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373368" y="1371600"/>
            <a:ext cx="50292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4305F"/>
                </a:solidFill>
              </a:rPr>
              <a:t>Task Management Application</a:t>
            </a:r>
          </a:p>
          <a:p>
            <a:r>
              <a:rPr sz="1300">
                <a:solidFill>
                  <a:srgbClr val="232832"/>
                </a:solidFill>
              </a:rPr>
              <a:t>Authentication, authorization, CRUD operations, responsive design.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971800"/>
            <a:ext cx="5394960" cy="1417320"/>
          </a:xfrm>
          <a:prstGeom prst="roundRect">
            <a:avLst/>
          </a:prstGeom>
          <a:solidFill>
            <a:srgbClr val="F5F8FC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40080" y="2971800"/>
            <a:ext cx="64008" cy="1417320"/>
          </a:xfrm>
          <a:prstGeom prst="rect">
            <a:avLst/>
          </a:prstGeom>
          <a:solidFill>
            <a:srgbClr val="14A0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41247" y="3108960"/>
            <a:ext cx="50292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4305F"/>
                </a:solidFill>
              </a:rPr>
              <a:t>E-Commerce Web Application</a:t>
            </a:r>
          </a:p>
          <a:p>
            <a:r>
              <a:rPr sz="1300">
                <a:solidFill>
                  <a:srgbClr val="232832"/>
                </a:solidFill>
              </a:rPr>
              <a:t>Product catalogue, cart, checkout, user roles and order management.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2971800"/>
            <a:ext cx="5394960" cy="1417320"/>
          </a:xfrm>
          <a:prstGeom prst="roundRect">
            <a:avLst/>
          </a:prstGeom>
          <a:solidFill>
            <a:srgbClr val="F5F8FC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172200" y="2971800"/>
            <a:ext cx="64008" cy="1417320"/>
          </a:xfrm>
          <a:prstGeom prst="rect">
            <a:avLst/>
          </a:prstGeom>
          <a:solidFill>
            <a:srgbClr val="26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73368" y="3108960"/>
            <a:ext cx="50292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4305F"/>
                </a:solidFill>
              </a:rPr>
              <a:t>Blog Platform with Comments</a:t>
            </a:r>
          </a:p>
          <a:p>
            <a:r>
              <a:rPr sz="1300">
                <a:solidFill>
                  <a:srgbClr val="232832"/>
                </a:solidFill>
              </a:rPr>
              <a:t>Registration/login, post CRUD, comments, RESTful APIs and database integration.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30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7200" y="6592824"/>
            <a:ext cx="10972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FFFFFF"/>
                </a:solidFill>
              </a:rPr>
              <a:t>IILM University | Thiranex Full Stack Development Internship                       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4305F"/>
                </a:solidFill>
                <a:latin typeface="Aptos Display"/>
              </a:rPr>
              <a:t>General Full-Stack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463040" y="1143000"/>
            <a:ext cx="9235440" cy="804672"/>
          </a:xfrm>
          <a:prstGeom prst="roundRect">
            <a:avLst/>
          </a:prstGeom>
          <a:solidFill>
            <a:srgbClr val="F5F8FC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463040" y="1143000"/>
            <a:ext cx="64008" cy="804672"/>
          </a:xfrm>
          <a:prstGeom prst="rect">
            <a:avLst/>
          </a:prstGeom>
          <a:solidFill>
            <a:srgbClr val="26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664208" y="1280160"/>
            <a:ext cx="8869680" cy="5760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4305F"/>
                </a:solidFill>
              </a:rPr>
              <a:t>User / Client</a:t>
            </a:r>
          </a:p>
          <a:p>
            <a:r>
              <a:rPr sz="1300">
                <a:solidFill>
                  <a:srgbClr val="232832"/>
                </a:solidFill>
              </a:rPr>
              <a:t>Web pages and responsive interfaces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63040" y="2130552"/>
            <a:ext cx="9235440" cy="804672"/>
          </a:xfrm>
          <a:prstGeom prst="roundRect">
            <a:avLst/>
          </a:prstGeom>
          <a:solidFill>
            <a:srgbClr val="F5F8FC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463040" y="2130552"/>
            <a:ext cx="64008" cy="804672"/>
          </a:xfrm>
          <a:prstGeom prst="rect">
            <a:avLst/>
          </a:prstGeom>
          <a:solidFill>
            <a:srgbClr val="14A0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664208" y="2267712"/>
            <a:ext cx="8869680" cy="5760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4305F"/>
                </a:solidFill>
              </a:rPr>
              <a:t>Frontend</a:t>
            </a:r>
          </a:p>
          <a:p>
            <a:r>
              <a:rPr sz="1300">
                <a:solidFill>
                  <a:srgbClr val="232832"/>
                </a:solidFill>
              </a:rPr>
              <a:t>UI, forms, navigation and API communication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63040" y="3118104"/>
            <a:ext cx="9235440" cy="804672"/>
          </a:xfrm>
          <a:prstGeom prst="roundRect">
            <a:avLst/>
          </a:prstGeom>
          <a:solidFill>
            <a:srgbClr val="F5F8FC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463040" y="3118104"/>
            <a:ext cx="64008" cy="804672"/>
          </a:xfrm>
          <a:prstGeom prst="rect">
            <a:avLst/>
          </a:prstGeom>
          <a:solidFill>
            <a:srgbClr val="26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664208" y="3255264"/>
            <a:ext cx="8869680" cy="5760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4305F"/>
                </a:solidFill>
              </a:rPr>
              <a:t>Backend / API</a:t>
            </a:r>
          </a:p>
          <a:p>
            <a:r>
              <a:rPr sz="1300">
                <a:solidFill>
                  <a:srgbClr val="232832"/>
                </a:solidFill>
              </a:rPr>
              <a:t>Business logic, authentication and CRUD operations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463040" y="4105656"/>
            <a:ext cx="9235440" cy="804672"/>
          </a:xfrm>
          <a:prstGeom prst="roundRect">
            <a:avLst/>
          </a:prstGeom>
          <a:solidFill>
            <a:srgbClr val="F5F8FC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463040" y="4105656"/>
            <a:ext cx="64008" cy="804672"/>
          </a:xfrm>
          <a:prstGeom prst="rect">
            <a:avLst/>
          </a:prstGeom>
          <a:solidFill>
            <a:srgbClr val="14A0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664208" y="4242816"/>
            <a:ext cx="8869680" cy="5760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4305F"/>
                </a:solidFill>
              </a:rPr>
              <a:t>Database</a:t>
            </a:r>
          </a:p>
          <a:p>
            <a:r>
              <a:rPr sz="1300">
                <a:solidFill>
                  <a:srgbClr val="232832"/>
                </a:solidFill>
              </a:rPr>
              <a:t>Users, tasks, products, orders, posts and comments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463040" y="5093208"/>
            <a:ext cx="9235440" cy="804672"/>
          </a:xfrm>
          <a:prstGeom prst="roundRect">
            <a:avLst/>
          </a:prstGeom>
          <a:solidFill>
            <a:srgbClr val="F5F8FC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1463040" y="5093208"/>
            <a:ext cx="64008" cy="804672"/>
          </a:xfrm>
          <a:prstGeom prst="rect">
            <a:avLst/>
          </a:prstGeom>
          <a:solidFill>
            <a:srgbClr val="26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664208" y="5230368"/>
            <a:ext cx="8869680" cy="5760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4305F"/>
                </a:solidFill>
              </a:rPr>
              <a:t>Deployment</a:t>
            </a:r>
          </a:p>
          <a:p>
            <a:r>
              <a:rPr sz="1300">
                <a:solidFill>
                  <a:srgbClr val="232832"/>
                </a:solidFill>
              </a:rPr>
              <a:t>Hosting and serving the completed application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30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57200" y="6592824"/>
            <a:ext cx="10972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FFFFFF"/>
                </a:solidFill>
              </a:rPr>
              <a:t>IILM University | Thiranex Full Stack Development Internship                       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4305F"/>
                </a:solidFill>
                <a:latin typeface="Aptos Display"/>
              </a:rPr>
              <a:t>Learning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4241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32832"/>
                </a:solidFill>
                <a:latin typeface="Aptos"/>
              </a:defRPr>
            </a:pPr>
            <a:r>
              <a:t>Better understanding of the frontend–backend–database relationship.</a:t>
            </a:r>
          </a:p>
          <a:p>
            <a:pPr>
              <a:spcAft>
                <a:spcPts val="800"/>
              </a:spcAft>
              <a:defRPr sz="1800">
                <a:solidFill>
                  <a:srgbClr val="232832"/>
                </a:solidFill>
                <a:latin typeface="Aptos"/>
              </a:defRPr>
            </a:pPr>
            <a:r>
              <a:t>Practical exposure to responsive web interfaces.</a:t>
            </a:r>
          </a:p>
          <a:p>
            <a:pPr>
              <a:spcAft>
                <a:spcPts val="800"/>
              </a:spcAft>
              <a:defRPr sz="1800">
                <a:solidFill>
                  <a:srgbClr val="232832"/>
                </a:solidFill>
                <a:latin typeface="Aptos"/>
              </a:defRPr>
            </a:pPr>
            <a:r>
              <a:t>Understanding of backend APIs and CRUD operations.</a:t>
            </a:r>
          </a:p>
          <a:p>
            <a:pPr>
              <a:spcAft>
                <a:spcPts val="800"/>
              </a:spcAft>
              <a:defRPr sz="1800">
                <a:solidFill>
                  <a:srgbClr val="232832"/>
                </a:solidFill>
                <a:latin typeface="Aptos"/>
              </a:defRPr>
            </a:pPr>
            <a:r>
              <a:t>Experience with authentication and authorization concepts.</a:t>
            </a:r>
          </a:p>
          <a:p>
            <a:pPr>
              <a:spcAft>
                <a:spcPts val="800"/>
              </a:spcAft>
              <a:defRPr sz="1800">
                <a:solidFill>
                  <a:srgbClr val="232832"/>
                </a:solidFill>
                <a:latin typeface="Aptos"/>
              </a:defRPr>
            </a:pPr>
            <a:r>
              <a:t>Understanding of SQL/NoSQL database integration.</a:t>
            </a:r>
          </a:p>
          <a:p>
            <a:pPr>
              <a:spcAft>
                <a:spcPts val="800"/>
              </a:spcAft>
              <a:defRPr sz="1800">
                <a:solidFill>
                  <a:srgbClr val="232832"/>
                </a:solidFill>
                <a:latin typeface="Aptos"/>
              </a:defRPr>
            </a:pPr>
            <a:r>
              <a:t>Improved debugging and problem-solving skills.</a:t>
            </a:r>
          </a:p>
          <a:p>
            <a:pPr>
              <a:spcAft>
                <a:spcPts val="800"/>
              </a:spcAft>
              <a:defRPr sz="1800">
                <a:solidFill>
                  <a:srgbClr val="232832"/>
                </a:solidFill>
                <a:latin typeface="Aptos"/>
              </a:defRPr>
            </a:pPr>
            <a:r>
              <a:t>Experience with real-world style application features.</a:t>
            </a:r>
          </a:p>
          <a:p>
            <a:pPr>
              <a:spcAft>
                <a:spcPts val="800"/>
              </a:spcAft>
              <a:defRPr sz="1800">
                <a:solidFill>
                  <a:srgbClr val="232832"/>
                </a:solidFill>
                <a:latin typeface="Aptos"/>
              </a:defRPr>
            </a:pPr>
            <a:r>
              <a:t>Basic understanding of deployment and hosting workflows.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30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592824"/>
            <a:ext cx="10972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FFFFFF"/>
                </a:solidFill>
              </a:rPr>
              <a:t>IILM University | Thiranex Full Stack Development Internship                       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4305F"/>
                </a:solidFill>
                <a:latin typeface="Aptos Display"/>
              </a:rPr>
              <a:t>Internship Completion Evidence</a:t>
            </a:r>
          </a:p>
        </p:txBody>
      </p:sp>
      <p:pic>
        <p:nvPicPr>
          <p:cNvPr id="4" name="Picture 3" descr="internship_certific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143000"/>
            <a:ext cx="3886200" cy="2747725"/>
          </a:xfrm>
          <a:prstGeom prst="rect">
            <a:avLst/>
          </a:prstGeom>
        </p:spPr>
      </p:pic>
      <p:pic>
        <p:nvPicPr>
          <p:cNvPr id="5" name="Picture 4" descr="internship_offer_let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1143000"/>
            <a:ext cx="3520440" cy="4979077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732520" y="1645920"/>
            <a:ext cx="2468880" cy="1143000"/>
          </a:xfrm>
          <a:prstGeom prst="roundRect">
            <a:avLst/>
          </a:prstGeom>
          <a:solidFill>
            <a:srgbClr val="F5F8FC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732520" y="1645920"/>
            <a:ext cx="64008" cy="1143000"/>
          </a:xfrm>
          <a:prstGeom prst="rect">
            <a:avLst/>
          </a:prstGeom>
          <a:solidFill>
            <a:srgbClr val="14A0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933688" y="1783080"/>
            <a:ext cx="2103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4305F"/>
                </a:solidFill>
              </a:rPr>
              <a:t>Status</a:t>
            </a:r>
          </a:p>
          <a:p>
            <a:r>
              <a:rPr sz="1300">
                <a:solidFill>
                  <a:srgbClr val="232832"/>
                </a:solidFill>
              </a:rPr>
              <a:t>Successfully completed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732520" y="3154680"/>
            <a:ext cx="2468880" cy="1143000"/>
          </a:xfrm>
          <a:prstGeom prst="roundRect">
            <a:avLst/>
          </a:prstGeom>
          <a:solidFill>
            <a:srgbClr val="F5F8FC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732520" y="3154680"/>
            <a:ext cx="64008" cy="1143000"/>
          </a:xfrm>
          <a:prstGeom prst="rect">
            <a:avLst/>
          </a:prstGeom>
          <a:solidFill>
            <a:srgbClr val="26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933688" y="3291840"/>
            <a:ext cx="2103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4305F"/>
                </a:solidFill>
              </a:rPr>
              <a:t>Intern ID</a:t>
            </a:r>
          </a:p>
          <a:p>
            <a:r>
              <a:rPr sz="1300">
                <a:solidFill>
                  <a:srgbClr val="232832"/>
                </a:solidFill>
              </a:rPr>
              <a:t>THX-AUG2026-405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30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7200" y="6592824"/>
            <a:ext cx="10972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FFFFFF"/>
                </a:solidFill>
              </a:rPr>
              <a:t>IILM University | Thiranex Full Stack Development Internship                       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332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 b="1">
                <a:solidFill>
                  <a:srgbClr val="14305F"/>
                </a:solidFill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1965960"/>
            <a:ext cx="9692640" cy="29854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2100">
                <a:solidFill>
                  <a:srgbClr val="232832"/>
                </a:solidFill>
                <a:latin typeface="Aptos"/>
              </a:defRPr>
            </a:pPr>
            <a:r>
              <a:rPr dirty="0"/>
              <a:t>The internship provided practical exposure to complete full-stack application development.</a:t>
            </a:r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2100">
                <a:solidFill>
                  <a:srgbClr val="232832"/>
                </a:solidFill>
                <a:latin typeface="Aptos"/>
              </a:defRPr>
            </a:pPr>
            <a:r>
              <a:rPr dirty="0"/>
              <a:t>Four projects covered portfolio development, task management, e-commerce and blogging.</a:t>
            </a:r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2100">
                <a:solidFill>
                  <a:srgbClr val="232832"/>
                </a:solidFill>
                <a:latin typeface="Aptos"/>
              </a:defRPr>
            </a:pPr>
            <a:r>
              <a:rPr dirty="0"/>
              <a:t>The experience strengthened skills in frontend, backend, APIs, databases and authentication.</a:t>
            </a:r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2100">
                <a:solidFill>
                  <a:srgbClr val="232832"/>
                </a:solidFill>
                <a:latin typeface="Aptos"/>
              </a:defRPr>
            </a:pPr>
            <a:r>
              <a:rPr dirty="0"/>
              <a:t>The internship connected academic programming knowledge with practical software development.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30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592824"/>
            <a:ext cx="10972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FFFFFF"/>
                </a:solidFill>
              </a:rPr>
              <a:t>IILM University | Thiranex Full Stack Development Internship                        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597</Words>
  <Application>Microsoft Office PowerPoint</Application>
  <PresentationFormat>Widescreen</PresentationFormat>
  <Paragraphs>99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Aptos Display</vt:lpstr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Daksh Pratap Singh</dc:creator>
  <cp:keywords/>
  <dc:description>generated using python-pptx</dc:description>
  <cp:lastModifiedBy>Daksh Pratap Singh</cp:lastModifiedBy>
  <cp:revision>2</cp:revision>
  <dcterms:created xsi:type="dcterms:W3CDTF">2013-01-27T09:14:16Z</dcterms:created>
  <dcterms:modified xsi:type="dcterms:W3CDTF">2026-09-19T17:45:34Z</dcterms:modified>
  <cp:category/>
</cp:coreProperties>
</file>